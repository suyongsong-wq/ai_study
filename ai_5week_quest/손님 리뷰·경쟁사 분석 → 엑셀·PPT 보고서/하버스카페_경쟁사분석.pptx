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하버스카페 경쟁사 분석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9D9D9"/>
                </a:solidFill>
              </a:rPr>
              <a:t>성수동 상권 · 2026.06 · 흑임자 라떼로 차별화하는 작업 카페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43B"/>
                </a:solidFill>
              </a:rPr>
              <a:t>1. 시장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• 성수동은 카페 격전지 — 대형·인지도 강한 카페 다수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• 평균 아메리카노 5,000~5,500원 / 우리는 4,500원(가격 경쟁력)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• 경쟁사 인스타 팔로워 2.2만~4.5만 vs 하버스카페 1,800 (인지도 열세)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• 기회: '작업하기 좋은 조용한 카페 + 흑임자 시그니처'는 빈 포지션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43B"/>
                </a:solidFill>
              </a:rPr>
              <a:t>2. 경쟁사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카페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아메리카노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시그니처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인스타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강점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약점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/>
                        <a:t>어니언 성수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빵·브런치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공간·인지도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대기·소음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/>
                        <a:t>센터커피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스페셜티 커피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커피 퀄리티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디저트 약함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/>
                        <a:t>대림창고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베이커리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대형 공간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가격·혼잡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1"/>
                        <a:t>하버스카페(우리)</a:t>
                      </a:r>
                    </a:p>
                  </a:txBody>
                  <a:tcPr>
                    <a:solidFill>
                      <a:srgbClr val="FCE9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4,500</a:t>
                      </a:r>
                    </a:p>
                  </a:txBody>
                  <a:tcPr>
                    <a:solidFill>
                      <a:srgbClr val="FCE9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흑임자 라떼</a:t>
                      </a:r>
                    </a:p>
                  </a:txBody>
                  <a:tcPr>
                    <a:solidFill>
                      <a:srgbClr val="FCE9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1,800</a:t>
                      </a:r>
                    </a:p>
                  </a:txBody>
                  <a:tcPr>
                    <a:solidFill>
                      <a:srgbClr val="FCE9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작업환경·친절·시그니처</a:t>
                      </a:r>
                    </a:p>
                  </a:txBody>
                  <a:tcPr>
                    <a:solidFill>
                      <a:srgbClr val="FCE9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인지도 낮음·웨이팅</a:t>
                      </a:r>
                    </a:p>
                  </a:txBody>
                  <a:tcPr>
                    <a:solidFill>
                      <a:srgbClr val="FCE9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43B"/>
                </a:solidFill>
              </a:rPr>
              <a:t>3. 우리 차별화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✓ 작업 카페: 1인 바석·콘센트·조용함 (리뷰 '작업환경' 호평 다수)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✓ 흑임자 라떼: 매출 1위 시그니처 (한국적·고소함, 경쟁사에 없는 메뉴)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✓ 가격 경쟁력: 아메리카노 4,500원 (경쟁사 대비 -500~1,000원)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✓ 사장 친절 응대 (리뷰 '친절' 호평)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43B"/>
                </a:solidFill>
              </a:rPr>
              <a:t>4. 추천 액션 &amp;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</a:rPr>
              <a:t>1) 흑임자 라떼 + 바스크 '시그니처 세트' 출시 → 객단가↑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</a:rPr>
              <a:t>2) 결 맞는 인플루언서 3~5명 협업 → 인지도 격차 축소 (예산 월 50만 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</a:rPr>
              <a:t>3) 피크 시간 모바일주문·픽업 동선 개선 → 불만 1위 '대기시간' 해소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743B"/>
                </a:solidFill>
              </a:rPr>
              <a:t>다음 단계: 인플루언서 발굴(9번 퀘스트) → 사장님 대시보드로 매출·리뷰 모니터링(10번)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